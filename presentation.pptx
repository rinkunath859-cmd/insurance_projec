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02a8a707b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02a8a707b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2a8a707b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02a8a707b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2a8a707b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02a8a707b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2a8a707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e02a8a707b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2a8a707b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02a8a707b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02a8a707b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02a8a707b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2a8a707b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02a8a707b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02a8a707b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02a8a707b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02a8a707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02a8a707b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2a8a707b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02a8a707b_2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2a8a707b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02a8a707b_2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2a8a707b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02a8a707b_2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02a8a707b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02a8a707b_2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02a8a707b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02a8a707b_2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2a8a707b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02a8a707b_2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02a8a707b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02a8a707b_2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02a8a707b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02a8a707b_2_1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Medical Insurance Cost Prediction &amp; Risk Segmentation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69350" y="2216150"/>
            <a:ext cx="85206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Insurance companies struggle to predict medical costs accurately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Underpricing leads to financial losses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Overpricing leads to customer churn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Lack of risk segmentation impacts decision-making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Need for data-driven predictive 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Predict annual medical insurance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Identify key cost-driving factors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Segment customers into risk groups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Provide actionable business insights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Support pricing and risk management decisions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Demographics: Age, Gender, Region, Income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Health Metrics: BMI, Blood Pressure, HbA1c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Lifestyle Factors: Smoking, Alcohol usage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Medical History: Chronic diseases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Insurance Details: Premium, claims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Target Variable: Annual medical cost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Removed irrelevant columns (person_id)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Handled missing values using fillna()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Converted categorical data using one-hot encoding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Scaled features using StandardScaler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Prepared clean dataset for modeling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Medical cost distribution is right-skewed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Few high-cost individuals dominate expenses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Smokers have significantly higher costs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BMI shows strong positive correlation with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Age also impacts medical expenses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Top predictors identified: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Smoking status (highest impact)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BMI and Age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Chronic diseases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Lifestyle factors significantly influence cost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Development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Models used: Random Forest &amp; XGBoost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Random Forest chosen for stability and performance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Handles non-linear relationships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Robust to outliers and feature variations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Metrics used: RMSE and R² Score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High R² indicates strong predictive capability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Low RMSE indicates minimal error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Model performs well on unseen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Segmentation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Customers classified into: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Low Risk (healthy, low cost)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Medium Risk (moderate cost)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High Risk (chronic conditions, high cost)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Helps in targeted insurance strategies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 Deployment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Developed interactive web application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User inputs customer details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Model predicts cost instantly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Simple and user-friendly interface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Output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Displays estimated medical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Provides real-time decision support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Example output: ₹ 45,000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Useful for pricing and planning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Smoking significantly increases medical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Higher BMI leads to increased expenses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Chronic diseases drive insurance claims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High-risk group contributes most to total cost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Recommendations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Implement risk-based premium pricing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Introduce preventive healthcare programs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Monitor high-risk customers closely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Offer incentives to low-risk customers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Use analytics for decision-making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Improves pricing accuracy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Reduces financial risk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Enhances customer segmentation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Supports data-driven strategy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Increases operational efficiency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Handling large number of features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Data preprocessing complexity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Model training time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Ensuring correct feature alignment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Deployment integration issues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Add SHAP explainability for transparency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Deploy application on cloud platform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Improve UI/UX of application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Use advanced ML models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Continuous model monitoring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Successfully predicted medical insurance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Identified key drivers influencing cost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Developed deployable solution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Provided strong business value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GB" sz="2000"/>
              <a:t>Project demonstrates real-world ML application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